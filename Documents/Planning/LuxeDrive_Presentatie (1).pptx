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_img/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14479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0E10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371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Luxe</a:t>
            </a:r>
            <a:pPr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58368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Projectverslag — Proftaak P4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3063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webplatform voor de verkoop van luxe en sportauto's.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Gebouwd met Next.js, Laravel en MySQL.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46634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Aba Burhani &amp; Marco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A8A8B0"/>
                </a:solidFill>
              </a:rPr>
              <a:t>MBO 4 — Software development (Webdeveloper)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A8A8B0"/>
                </a:solidFill>
              </a:rPr>
              <a:t>Opdrachtgever: Marcel  •  Bedrijf: Yonder  •  Team: Hola Hermano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Wat ga ik laten zien?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19385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Over het project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A8A8B0"/>
                </a:solidFill>
              </a:rPr>
              <a:t>Wat is LuxeDrive en wat was de opdracht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28072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Planning &amp; werkwijze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A8A8B0"/>
                </a:solidFill>
              </a:rPr>
              <a:t>Sprints en taakverdeling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37360" y="367588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Werkprocessen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A8A8B0"/>
                </a:solidFill>
              </a:rPr>
              <a:t>Wat ik per werkproces heb gedaan (bewijs)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37360" y="45445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A8A8B0"/>
                </a:solidFill>
              </a:rPr>
              <a:t>Resultaten van de tests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394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5413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Reflectie &amp; conclusie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A8A8B0"/>
                </a:solidFill>
              </a:rPr>
              <a:t>Wat ging goed en wat heb ik geleerd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 HET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Wat is LuxeDrive?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is een webplatform voor de verkoop van luxe en sportauto's (Ferrari, Bugatti, Lamborghini). Bezoekers bekijken en filteren de collectie; via een beveiligd admin-panel worden auto's beheerd (CRUD).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7171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91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(frontend)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329184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7171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32918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(backend)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7171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(database)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379476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7171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7947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Sanctum (beveiliging)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rol: backend en data — database, REST API, beveiliging en de koppeling met de frontend.</a:t>
            </a:r>
            <a:endParaRPr lang="en-US" sz="1300" dirty="0"/>
          </a:p>
        </p:txBody>
      </p:sp>
      <p:pic>
        <p:nvPicPr>
          <p:cNvPr id="14" name="Image 0" descr="ppt_img/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212080" cy="2468594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400800" y="425167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homepage van LuxeDrive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Welk framework &amp; waarom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Next.js (React)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Waarvoor: </a:t>
            </a:r>
            <a:pPr indent="0" marL="0">
              <a:buNone/>
            </a:pPr>
            <a:r>
              <a:rPr lang="en-US" sz="125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homepage, filters, detailpagina, admin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snel en goed voor losse componenten.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260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Laravel 11 (PHP)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91840" y="29260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Waarvoor: </a:t>
            </a:r>
            <a:pPr indent="0" marL="0">
              <a:buNone/>
            </a:pPr>
            <a:r>
              <a:rPr lang="en-US" sz="125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REST API en de logica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 een nette API bouwen met migrations en seeders.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233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MySQL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91840" y="40233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Waarvoor: </a:t>
            </a:r>
            <a:pPr indent="0" marL="0">
              <a:buNone/>
            </a:pPr>
            <a:r>
              <a:rPr lang="en-US" sz="125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auto's, gebruikers en tokens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Betrouwbaar en werkt goed samen met Laravel.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206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Sanctum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91840" y="51206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Waarvoor: </a:t>
            </a:r>
            <a:pPr indent="0" marL="0">
              <a:buNone/>
            </a:pPr>
            <a:r>
              <a:rPr lang="en-US" sz="125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Beveiliging: inloggen en API met tokens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in Laravel, simpel en veilig voor token-auth.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SAMENWERKING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Wie deed wat — Aba &amp; Marco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Aba (ik) — Backend &amp;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Database-ontwerp (ERD) en MySQL opzetten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Laravel REST API bouwen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Beveiliging met Sanctum (tokens)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Seeders (6 auto's) en CRUD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Frontend koppelen aan de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Marco — Frontend &amp; design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Next.js frontend bouwen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Design en wireframes (Figma)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Homepage en admin-dashboard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Testrapport opstellen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8EC"/>
                </a:solidFill>
              </a:rPr>
              <a:t>Responsiviteit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Samen: CRUD afmaken, testen en de presentatie.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PLANNING &amp; WERKWIJZE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sprints van een week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0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0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0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26 mei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Opzet, ontwerp en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mei – 2 juni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en backend bouwen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12 juni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Testen, fixen en opleveren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2062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bewaakte mijn eigen backend-taken (database, API, Sanctum, seeders) en we bespraken de voortgang wekelijks met de docent.</a:t>
            </a:r>
            <a:endParaRPr lang="en-US" sz="1400" dirty="0"/>
          </a:p>
        </p:txBody>
      </p:sp>
      <p:pic>
        <p:nvPicPr>
          <p:cNvPr id="6" name="Image 0" descr="ppt_img/pla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17320"/>
            <a:ext cx="2834640" cy="3312093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400800" y="477513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planning met sprints en takenlijst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7171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KERNTAAK 1 &amp;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Werkprocessen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werkproces: wat het inhoudt, wat ik heb gedaan en het bewijs.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B1-K1-W1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Plant werkzaamheden &amp; bewaakt voortgang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ik heb gedaan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besprak de opdracht met Marcel, vroeg door tot alles duidelijk was, en plande mijn backend-taken over 3 sprints. De voortgang bewaakte ik per sprint en stuurde bij waar nodig.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Bewijs / output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met 3 sprints en taakverdeling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Wekelijkse voortgangsgesprekken</a:t>
            </a:r>
            <a:endParaRPr lang="en-US" sz="1300" dirty="0"/>
          </a:p>
        </p:txBody>
      </p:sp>
      <p:pic>
        <p:nvPicPr>
          <p:cNvPr id="8" name="Image 0" descr="ppt_img/pla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3826" y="1783080"/>
            <a:ext cx="3834668" cy="448056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766560" y="6309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planning met sprints en taken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B1-K1-W2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Ontwerpt de software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ik heb gedaan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ontwierp de database in een ERD (users, cars, personal_access_tokens) en de opbouw in een UML class diagram. Keuzes: prijs als BIGINT, status als ENUM en beveiliging via Sanctum-tokens op API-niveau.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Bewijs / output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van de database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Onderbouwde keuzes (BIGINT, ENUM, Sanctum)</a:t>
            </a:r>
            <a:endParaRPr lang="en-US" sz="1300" dirty="0"/>
          </a:p>
        </p:txBody>
      </p:sp>
      <p:pic>
        <p:nvPicPr>
          <p:cNvPr id="8" name="Image 0" descr="ppt_img/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83080"/>
            <a:ext cx="4754880" cy="381878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675120" y="564758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ERD van de database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B1-K1-W2 — ONTWERP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UML class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opbouw van de applicatie: CarController, CarResource, AuthController, User, Car en PersonalAccessToken en hoe ze samenwerken.</a:t>
            </a:r>
            <a:endParaRPr lang="en-US" sz="1400" dirty="0"/>
          </a:p>
        </p:txBody>
      </p:sp>
      <p:pic>
        <p:nvPicPr>
          <p:cNvPr id="5" name="Image 0" descr="ppt_img/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640080"/>
            <a:ext cx="4152471" cy="585216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B1-K1-W3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Realiseert (onderdelen van) software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ik heb gedaan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Mijn belangrijkste onderdeel. Ik bouwde het Laravel-project, de MySQL-database, de REST API en de authenticatie met Sanctum. Een seeder vult de database met 6 auto's. Ik koppelde de frontend aan de API.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Bewijs / output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Werkende Laravel REST API + MySQL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Authenticatie met Sanctum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 (6 auto's) en CRUD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 GitHub met commits</a:t>
            </a:r>
            <a:endParaRPr lang="en-US" sz="1300" dirty="0"/>
          </a:p>
        </p:txBody>
      </p:sp>
      <p:pic>
        <p:nvPicPr>
          <p:cNvPr id="8" name="Image 0" descr="ppt_img/api_j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83080"/>
            <a:ext cx="4754880" cy="2388719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675120" y="4217519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REST API (/api/cars) geeft JSON terug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B1-K1-W3 — REALISATIE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 &amp; resultaat</a:t>
            </a:r>
            <a:endParaRPr lang="en-US" sz="3000" dirty="0"/>
          </a:p>
        </p:txBody>
      </p:sp>
      <p:pic>
        <p:nvPicPr>
          <p:cNvPr id="4" name="Image 0" descr="ppt_img/phpmy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212080" cy="232682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4201341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MySQL-database in phpMyAdmin</a:t>
            </a:r>
            <a:endParaRPr lang="en-US" sz="1000" dirty="0"/>
          </a:p>
        </p:txBody>
      </p:sp>
      <p:pic>
        <p:nvPicPr>
          <p:cNvPr id="6" name="Image 1" descr="ppt_img/detailpag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212080" cy="249441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309360" y="43689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detailpagina op de website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B1-K1-W4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 software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ik heb gedaan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testte vooral de backend: beveiliging (DELETE zonder token = 401) en de CRUD-acties (201/200). Elke test legde ik vast met verwacht resultaat, werkelijk resultaat en conclusie.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Bewijs / output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Testrapport met 11 testcases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geslaagd, 1 deels, 1 niet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beveiliging (401) en CRUD</a:t>
            </a:r>
            <a:endParaRPr lang="en-US" sz="1300" dirty="0"/>
          </a:p>
        </p:txBody>
      </p:sp>
      <p:pic>
        <p:nvPicPr>
          <p:cNvPr id="8" name="Image 0" descr="ppt_img/test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83080"/>
            <a:ext cx="4754880" cy="221780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675120" y="4046601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deel van het testrapport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B1-K1-W5 — VERBETERVOORSTELLEN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Doet verbetervoorstellen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ik heb gedaan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het testen analyseerde ik de resultaten en deed concrete verbetervoorstellen. Het grootste probleem (afbeeldingen laadden niet in Firefox) heb ik opgelost door de foto's lokaal op te slaan in /public/cars/.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blokkeerde externe afbeeldingen (OpaqueResponseBlocking), waardoor foto's niet laadden.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338328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Oplossing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4069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Foto's lokaal opgeslagen in /public/cars/ en opnieuw getest. Werkt nu in alle browsers. Responsiviteit = punt voor v2.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KERNTAAK 2 — WERKT IN EEN ONTWIKKELTEAM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Overleg, presenteren &amp; reflecteren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9A227"/>
                </a:solidFill>
              </a:rPr>
              <a:t>B1-K2-W1 Voert overleg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8EC"/>
                </a:solidFill>
              </a:rPr>
              <a:t>Regelmatig overleg met Marcel en Marco; knelpunten zoals de CORS-fout zelf ingebracht.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9A227"/>
                </a:solidFill>
              </a:rPr>
              <a:t>B1-K2-W2 Presenteert het werk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8E8EC"/>
                </a:solidFill>
              </a:rPr>
              <a:t>Live demo van de API, beveiliging en CRUD; technische keuzes uitgelegd.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9A227"/>
                </a:solidFill>
              </a:rPr>
              <a:t>B1-K2-W3 Reflecteert op het werk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8E8EC"/>
                </a:solidFill>
              </a:rPr>
              <a:t>Actief om feedback gevraagd en verwerkt in mijn aanpak en het product.</a:t>
            </a:r>
            <a:endParaRPr lang="en-US" sz="1400" dirty="0"/>
          </a:p>
        </p:txBody>
      </p:sp>
      <p:pic>
        <p:nvPicPr>
          <p:cNvPr id="5" name="Image 0" descr="ppt_img/overl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554480"/>
            <a:ext cx="3565865" cy="47548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79552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 op school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TESTEN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Testresultaten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4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geslaagd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E8E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5661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deels geslaagd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A0A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3093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geslaagd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82296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233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11 geteste functies werken alle kernonderdelen: collectie bekijken, filteren, admin-beheer (CRUD) en de beveiliging. Het niet-geslaagde punt (afbeeldingen in Firefox) is daarna opgelost; de mobiele responsiviteit is een verbeterpunt voor versie 2.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REFLECTIE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Evaluatie van Aba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heb de backend en de database gedaan. Laravel was deels nieuw voor mij, dus het opzetten van de API en Sanctum kostte in het begin wat tijd — maar daardoor heb ik er ook echt veel van geleerd. Het seeden van de database en de migrations ging uiteindelijk soepel.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ging goed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8EC"/>
                </a:solidFill>
              </a:rPr>
              <a:t>API en beveiliging werkten snel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8EC"/>
                </a:solidFill>
              </a:rPr>
              <a:t>Fijne samenwerking met Marco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8EC"/>
                </a:solidFill>
              </a:rPr>
              <a:t>Sprints gaven overzicht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32004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was moeilijk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38862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8EC"/>
                </a:solidFill>
              </a:rPr>
              <a:t>CORS-fout frontend ↔ API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8EC"/>
                </a:solidFill>
              </a:rPr>
              <a:t>Firefox-probleem met foto's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32004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17171B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 anders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388620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8EC"/>
                </a:solidFill>
              </a:rPr>
              <a:t>Eerder testen in meerdere browsers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8EC"/>
                </a:solidFill>
              </a:rPr>
              <a:t>Responsiviteit vanaf begin meenemen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pt_img/detailpagi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5820294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0E1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011680"/>
            <a:ext cx="12161520" cy="4846320"/>
          </a:xfrm>
          <a:prstGeom prst="rect">
            <a:avLst/>
          </a:prstGeom>
          <a:solidFill>
            <a:srgbClr val="0E0E10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LuxeDrive is geslaagd.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werkend platform met collectie, filters, detailpagina's, een beveiligd admin-panel (CRUD) en een REST API met authenticatie. Mijn bijdrage: het database-ontwerp, de Laravel API, de beveiliging met Sanctum en de koppeling met de frontend.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5715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C7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Bedankt — vragen?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LuxeDrive — Aba Burhani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LuxeDrive – Projectverslag</dc:title>
  <dc:subject>PptxGenJS Presentation</dc:subject>
  <dc:creator>Aba Burhani</dc:creator>
  <cp:lastModifiedBy>Aba Burhani</cp:lastModifiedBy>
  <cp:revision>1</cp:revision>
  <dcterms:created xsi:type="dcterms:W3CDTF">2026-06-18T12:07:04Z</dcterms:created>
  <dcterms:modified xsi:type="dcterms:W3CDTF">2026-06-18T12:07:04Z</dcterms:modified>
</cp:coreProperties>
</file>